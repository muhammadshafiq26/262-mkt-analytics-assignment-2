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016" y="-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78C90-E564-41E2-8F7D-50ED57980F6E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4FF65-7B1D-4B8F-8D49-870D629C3A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805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78C90-E564-41E2-8F7D-50ED57980F6E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4FF65-7B1D-4B8F-8D49-870D629C3A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2549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78C90-E564-41E2-8F7D-50ED57980F6E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4FF65-7B1D-4B8F-8D49-870D629C3A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4174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78C90-E564-41E2-8F7D-50ED57980F6E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4FF65-7B1D-4B8F-8D49-870D629C3A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4678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78C90-E564-41E2-8F7D-50ED57980F6E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4FF65-7B1D-4B8F-8D49-870D629C3A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056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78C90-E564-41E2-8F7D-50ED57980F6E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4FF65-7B1D-4B8F-8D49-870D629C3A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666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78C90-E564-41E2-8F7D-50ED57980F6E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4FF65-7B1D-4B8F-8D49-870D629C3A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2135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78C90-E564-41E2-8F7D-50ED57980F6E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4FF65-7B1D-4B8F-8D49-870D629C3A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4022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78C90-E564-41E2-8F7D-50ED57980F6E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4FF65-7B1D-4B8F-8D49-870D629C3A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298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78C90-E564-41E2-8F7D-50ED57980F6E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4FF65-7B1D-4B8F-8D49-870D629C3A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9322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78C90-E564-41E2-8F7D-50ED57980F6E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4FF65-7B1D-4B8F-8D49-870D629C3A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646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78C90-E564-41E2-8F7D-50ED57980F6E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4FF65-7B1D-4B8F-8D49-870D629C3A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6915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1412776"/>
            <a:ext cx="7772400" cy="1470025"/>
          </a:xfrm>
        </p:spPr>
        <p:txBody>
          <a:bodyPr/>
          <a:lstStyle/>
          <a:p>
            <a:r>
              <a:rPr lang="en-US" dirty="0" smtClean="0"/>
              <a:t>Data, Structure &amp; Missing Value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924944"/>
            <a:ext cx="5143764" cy="7874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4175" y="3789040"/>
            <a:ext cx="5734345" cy="14161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944" y="5205163"/>
            <a:ext cx="2006703" cy="5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67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Probability Model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499" y="2088265"/>
            <a:ext cx="5855001" cy="3549832"/>
          </a:xfrm>
        </p:spPr>
      </p:pic>
    </p:spTree>
    <p:extLst>
      <p:ext uri="{BB962C8B-B14F-4D97-AF65-F5344CB8AC3E}">
        <p14:creationId xmlns:p14="http://schemas.microsoft.com/office/powerpoint/2010/main" val="3031802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Logistic Model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652" y="2078740"/>
            <a:ext cx="5740695" cy="3568883"/>
          </a:xfrm>
        </p:spPr>
      </p:pic>
    </p:spTree>
    <p:extLst>
      <p:ext uri="{BB962C8B-B14F-4D97-AF65-F5344CB8AC3E}">
        <p14:creationId xmlns:p14="http://schemas.microsoft.com/office/powerpoint/2010/main" val="1032723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Partial Effect</a:t>
            </a:r>
            <a:endParaRPr lang="en-GB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132856"/>
            <a:ext cx="7256102" cy="2809810"/>
          </a:xfrm>
        </p:spPr>
      </p:pic>
    </p:spTree>
    <p:extLst>
      <p:ext uri="{BB962C8B-B14F-4D97-AF65-F5344CB8AC3E}">
        <p14:creationId xmlns:p14="http://schemas.microsoft.com/office/powerpoint/2010/main" val="3923396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Prediction of 2 New Customer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780928"/>
            <a:ext cx="7525515" cy="1485428"/>
          </a:xfrm>
        </p:spPr>
      </p:pic>
    </p:spTree>
    <p:extLst>
      <p:ext uri="{BB962C8B-B14F-4D97-AF65-F5344CB8AC3E}">
        <p14:creationId xmlns:p14="http://schemas.microsoft.com/office/powerpoint/2010/main" val="2347954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Accuracy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4077072"/>
            <a:ext cx="5760640" cy="131597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1844824"/>
            <a:ext cx="5962261" cy="1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02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Partial Effect of Emails Opened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008" y="1735822"/>
            <a:ext cx="7467984" cy="4254719"/>
          </a:xfrm>
        </p:spPr>
      </p:pic>
    </p:spTree>
    <p:extLst>
      <p:ext uri="{BB962C8B-B14F-4D97-AF65-F5344CB8AC3E}">
        <p14:creationId xmlns:p14="http://schemas.microsoft.com/office/powerpoint/2010/main" val="2858399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Holdout Method Comparison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484784"/>
            <a:ext cx="4870450" cy="4241800"/>
          </a:xfrm>
        </p:spPr>
      </p:pic>
    </p:spTree>
    <p:extLst>
      <p:ext uri="{BB962C8B-B14F-4D97-AF65-F5344CB8AC3E}">
        <p14:creationId xmlns:p14="http://schemas.microsoft.com/office/powerpoint/2010/main" val="3610184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Holdout Method Comparison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996952"/>
            <a:ext cx="7150667" cy="1259879"/>
          </a:xfrm>
        </p:spPr>
      </p:pic>
    </p:spTree>
    <p:extLst>
      <p:ext uri="{BB962C8B-B14F-4D97-AF65-F5344CB8AC3E}">
        <p14:creationId xmlns:p14="http://schemas.microsoft.com/office/powerpoint/2010/main" val="969013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AIC &amp; Comparison</a:t>
            </a:r>
            <a:endParaRPr lang="en-GB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1772816"/>
            <a:ext cx="3652085" cy="1368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863" y="3789040"/>
            <a:ext cx="5334274" cy="93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777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33</Words>
  <Application>Microsoft Office PowerPoint</Application>
  <PresentationFormat>On-screen Show (4:3)</PresentationFormat>
  <Paragraphs>10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Data, Structure &amp; Missing Value</vt:lpstr>
      <vt:lpstr>Linear Probability Model</vt:lpstr>
      <vt:lpstr>Logistic Model</vt:lpstr>
      <vt:lpstr>Partial Effect</vt:lpstr>
      <vt:lpstr>Prediction of 2 New Customer</vt:lpstr>
      <vt:lpstr>Accuracy</vt:lpstr>
      <vt:lpstr>Partial Effect of Emails Opened</vt:lpstr>
      <vt:lpstr>Holdout Method Comparison</vt:lpstr>
      <vt:lpstr>Holdout Method Comparison</vt:lpstr>
      <vt:lpstr>AIC &amp; Comparison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Data, Structure &amp; Missing Value</dc:title>
  <dc:creator>Muhammad Shafiq</dc:creator>
  <cp:lastModifiedBy>Muhammad Shafiq</cp:lastModifiedBy>
  <cp:revision>6</cp:revision>
  <dcterms:created xsi:type="dcterms:W3CDTF">2026-09-24T13:27:47Z</dcterms:created>
  <dcterms:modified xsi:type="dcterms:W3CDTF">2026-09-24T13:58:11Z</dcterms:modified>
</cp:coreProperties>
</file>